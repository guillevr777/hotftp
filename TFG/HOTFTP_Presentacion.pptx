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HOTFTP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657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Grado en Desarrollo de Aplicaciones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0" y="731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Gestión, sincronización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monitorización de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FTP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3840480" y="246888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2606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app para centralizar conexiones,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sincronizaciones y control técnico de archivos"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40480" y="4480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· FTP/SFTP/FTPS · Flutter · Node.js ·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137160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herramientas para una sola tarea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234440"/>
            <a:ext cx="4023360" cy="137160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1463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historial de cambios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4023360" cy="137160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manual y propensa a errores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937760" y="2880360"/>
            <a:ext cx="4023360" cy="137160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15468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6072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detectar conflictos o incidencias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FTP/SFTP/FTPS sigue siendo disperso, manual y sin visibilidad.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· HOTFTP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 en una sola app: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conexión unificados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5856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258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remoto y local integrado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16936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manual y programada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75304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5753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Historial, alertas y monitorización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303520" y="1371600"/>
            <a:ext cx="2926080" cy="29260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303520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HOTFTP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2200" dirty="0"/>
          </a:p>
        </p:txBody>
      </p:sp>
      <p:sp>
        <p:nvSpPr>
          <p:cNvPr id="16" name="Shape 10"/>
          <p:cNvSpPr/>
          <p:nvPr/>
        </p:nvSpPr>
        <p:spPr>
          <a:xfrm>
            <a:off x="5669280" y="822960"/>
            <a:ext cx="1371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669280" y="822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863840" y="1737360"/>
            <a:ext cx="1371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8638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680960" y="3657600"/>
            <a:ext cx="1371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68096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0" y="4206240"/>
            <a:ext cx="1371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mover archivos — dar visibilidad, orden y control sobre todo el flujo.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conexión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755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gestionar perfiles FTP/SFTP/FTPS con datos de conexión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74320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dual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0" y="1755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archivos remotos y locales en paralelo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74320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archivos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355080" y="1755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Subir, descargar, eliminar y crear directorios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2926080"/>
            <a:ext cx="274320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89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11480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entre rutas local y remota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46120" y="2926080"/>
            <a:ext cx="274320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089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19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actividad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83280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detallado de operaciones y versiones recientes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17920" y="2926080"/>
            <a:ext cx="274320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089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programadas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355080" y="35844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sincronizaciones entre rutas local y remota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Avanzadas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técnica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de cambios con trazabilidad por usuario y fecha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conflictos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3212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conflictos de versiones y alertas del sistema por separado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3017520"/>
            <a:ext cx="393192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reciente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43000" y="3657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versiones recientes de archivos críticos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0D2E5C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del sistema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32120" y="3657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conexión y recomendaciones basadas en reglas y datos históricos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828800"/>
            <a:ext cx="2194560" cy="1645920"/>
          </a:xfrm>
          <a:prstGeom prst="ellipse">
            <a:avLst/>
          </a:prstGeom>
          <a:solidFill>
            <a:srgbClr val="00B4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HOTFTP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1828800" cy="868680"/>
          </a:xfrm>
          <a:prstGeom prst="rect">
            <a:avLst/>
          </a:prstGeom>
          <a:solidFill>
            <a:srgbClr val="0D6E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2011680"/>
            <a:ext cx="1828800" cy="868680"/>
          </a:xfrm>
          <a:prstGeom prst="rect">
            <a:avLst/>
          </a:prstGeom>
          <a:solidFill>
            <a:srgbClr val="1987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822960"/>
            <a:ext cx="1828800" cy="868680"/>
          </a:xfrm>
          <a:prstGeom prst="rect">
            <a:avLst/>
          </a:prstGeom>
          <a:solidFill>
            <a:srgbClr val="DC3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8229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3840480"/>
            <a:ext cx="1828800" cy="868680"/>
          </a:xfrm>
          <a:prstGeom prst="rect">
            <a:avLst/>
          </a:prstGeom>
          <a:solidFill>
            <a:srgbClr val="FD7E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840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2377440"/>
            <a:ext cx="1371600" cy="0"/>
          </a:xfrm>
          <a:prstGeom prst="line">
            <a:avLst/>
          </a:prstGeom>
          <a:noFill/>
          <a:ln w="25400">
            <a:solidFill>
              <a:srgbClr val="8EACC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669280" y="2377440"/>
            <a:ext cx="1188720" cy="0"/>
          </a:xfrm>
          <a:prstGeom prst="line">
            <a:avLst/>
          </a:prstGeom>
          <a:noFill/>
          <a:ln w="25400">
            <a:solidFill>
              <a:srgbClr val="8EACC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480560" y="1691640"/>
            <a:ext cx="0" cy="137160"/>
          </a:xfrm>
          <a:prstGeom prst="line">
            <a:avLst/>
          </a:prstGeom>
          <a:noFill/>
          <a:ln w="25400">
            <a:solidFill>
              <a:srgbClr val="8EACC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480560" y="3474720"/>
            <a:ext cx="0" cy="365760"/>
          </a:xfrm>
          <a:prstGeom prst="line">
            <a:avLst/>
          </a:prstGeom>
          <a:noFill/>
          <a:ln w="25400">
            <a:solidFill>
              <a:srgbClr val="8EACC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desacoplada: cada capa cumple una responsabilidad única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Frontend · Flutter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43000"/>
            <a:ext cx="4754880" cy="713232"/>
          </a:xfrm>
          <a:prstGeom prst="rect">
            <a:avLst/>
          </a:prstGeom>
          <a:solidFill>
            <a:srgbClr val="0D6E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43000"/>
            <a:ext cx="1828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143000"/>
            <a:ext cx="27432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Widgets, páginas, componentes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4754880" cy="713232"/>
          </a:xfrm>
          <a:prstGeom prst="rect">
            <a:avLst/>
          </a:prstGeom>
          <a:solidFill>
            <a:srgbClr val="6610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1828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011680"/>
            <a:ext cx="27432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entidades, interfaces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4754880" cy="713232"/>
          </a:xfrm>
          <a:prstGeom prst="rect">
            <a:avLst/>
          </a:prstGeom>
          <a:solidFill>
            <a:srgbClr val="1987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80360"/>
            <a:ext cx="1828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Repositorios, datasources, modelos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4754880" cy="713232"/>
          </a:xfrm>
          <a:prstGeom prst="rect">
            <a:avLst/>
          </a:prstGeom>
          <a:solidFill>
            <a:srgbClr val="4950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749040"/>
            <a:ext cx="18288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3749040"/>
            <a:ext cx="27432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Inyección, utilidades, constantes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856232"/>
            <a:ext cx="0" cy="155448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724912"/>
            <a:ext cx="0" cy="155448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593592"/>
            <a:ext cx="0" cy="155448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aplicados: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91640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922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331720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49224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para estado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97180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9224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61188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922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 y testeable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Backend · Node.js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0" cy="713232"/>
          </a:xfrm>
          <a:prstGeom prst="rect">
            <a:avLst/>
          </a:prstGeom>
          <a:solidFill>
            <a:srgbClr val="0D6E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+ Validación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0"/>
            <a:ext cx="237744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validación con Zod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5029200" cy="713232"/>
          </a:xfrm>
          <a:prstGeom prst="rect">
            <a:avLst/>
          </a:prstGeom>
          <a:solidFill>
            <a:srgbClr val="6610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22860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965960"/>
            <a:ext cx="237744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desacoplada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5029200" cy="713232"/>
          </a:xfrm>
          <a:prstGeom prst="rect">
            <a:avLst/>
          </a:prstGeom>
          <a:solidFill>
            <a:srgbClr val="1987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22860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834640"/>
            <a:ext cx="237744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(memoria / PostgreSQL)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5029200" cy="713232"/>
          </a:xfrm>
          <a:prstGeom prst="rect">
            <a:avLst/>
          </a:prstGeom>
          <a:solidFill>
            <a:srgbClr val="0DC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 Gateway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703320"/>
            <a:ext cx="237744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basic-ftp · ssh2-sftp-client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del diseño: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independiente del transporte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166420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intercambiables (memoria ↔ DB)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35000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FTP aislado y sustituible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303580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para tipado estático y seguridad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3721608"/>
            <a:ext cx="54864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1051560"/>
          </a:xfrm>
          <a:prstGeom prst="rect">
            <a:avLst/>
          </a:prstGeom>
          <a:solidFill>
            <a:srgbClr val="0D2E5C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105156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 · Provider · sqflite · ftpconnect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023360" cy="1051560"/>
          </a:xfrm>
          <a:prstGeom prst="rect">
            <a:avLst/>
          </a:prstGeom>
          <a:solidFill>
            <a:srgbClr val="0D2E5C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105156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TypeScript · Zod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377440"/>
            <a:ext cx="4023360" cy="1051560"/>
          </a:xfrm>
          <a:prstGeom prst="rect">
            <a:avLst/>
          </a:prstGeom>
          <a:solidFill>
            <a:srgbClr val="0D2E5C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2377440"/>
            <a:ext cx="73152" cy="105156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377440"/>
            <a:ext cx="4023360" cy="1051560"/>
          </a:xfrm>
          <a:prstGeom prst="rect">
            <a:avLst/>
          </a:prstGeom>
          <a:solidFill>
            <a:srgbClr val="0D2E5C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377440"/>
            <a:ext cx="73152" cy="105156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060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Render (despliegue)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3657600"/>
            <a:ext cx="4023360" cy="1051560"/>
          </a:xfrm>
          <a:prstGeom prst="rect">
            <a:avLst/>
          </a:prstGeom>
          <a:solidFill>
            <a:srgbClr val="0D2E5C"/>
          </a:solidFill>
          <a:ln w="12700">
            <a:solidFill>
              <a:srgbClr val="6610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" y="3657600"/>
            <a:ext cx="73152" cy="1051560"/>
          </a:xfrm>
          <a:prstGeom prst="rect">
            <a:avLst/>
          </a:prstGeom>
          <a:solidFill>
            <a:srgbClr val="6610F2"/>
          </a:solidFill>
          <a:ln w="12700">
            <a:solidFill>
              <a:srgbClr val="6610F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8620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libs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9728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basic-ftp · ssh2-sftp-client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657600"/>
            <a:ext cx="4023360" cy="1051560"/>
          </a:xfrm>
          <a:prstGeom prst="rect">
            <a:avLst/>
          </a:prstGeom>
          <a:solidFill>
            <a:srgbClr val="0D2E5C"/>
          </a:solidFill>
          <a:ln w="12700">
            <a:solidFill>
              <a:srgbClr val="0DCA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657600"/>
            <a:ext cx="73152" cy="1051560"/>
          </a:xfrm>
          <a:prstGeom prst="rect">
            <a:avLst/>
          </a:prstGeom>
          <a:solidFill>
            <a:srgbClr val="0DCAF0"/>
          </a:solidFill>
          <a:ln w="12700">
            <a:solidFill>
              <a:srgbClr val="0DCAF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8620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· inyección de dependencias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E5C"/>
          </a:solidFill>
          <a:ln w="12700">
            <a:solidFill>
              <a:srgbClr val="0D2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HOTFTP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2743200" y="278892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objetivo no era únicamente transferir archivos,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dar visibilidad, orden y control sobre todo el flujo"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4343400"/>
            <a:ext cx="1828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4343400"/>
            <a:ext cx="1828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17720" y="4343400"/>
            <a:ext cx="1828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4343400"/>
            <a:ext cx="1828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HOTFTP</dc:title>
  <dc:subject>PptxGenJS Presentation</dc:subject>
  <dc:creator>PptxGenJS</dc:creator>
  <cp:lastModifiedBy>PptxGenJS</cp:lastModifiedBy>
  <cp:revision>1</cp:revision>
  <dcterms:created xsi:type="dcterms:W3CDTF">2026-05-22T19:50:03Z</dcterms:created>
  <dcterms:modified xsi:type="dcterms:W3CDTF">2026-05-22T19:50:03Z</dcterms:modified>
</cp:coreProperties>
</file>